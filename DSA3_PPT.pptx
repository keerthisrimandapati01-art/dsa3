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442100-2DEC-4D75-A72E-D1B31DB41D4E}" v="12" dt="2026-09-17T07:48:34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48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Sri Mandapati" userId="325a4f88151a569e" providerId="LiveId" clId="{B6E2FB6C-29D1-400C-AE00-1850C5BBAAE4}"/>
    <pc:docChg chg="undo custSel modSld">
      <pc:chgData name="Keerthi Sri Mandapati" userId="325a4f88151a569e" providerId="LiveId" clId="{B6E2FB6C-29D1-400C-AE00-1850C5BBAAE4}" dt="2026-09-17T07:48:34.848" v="451" actId="1076"/>
      <pc:docMkLst>
        <pc:docMk/>
      </pc:docMkLst>
      <pc:sldChg chg="modSp mod">
        <pc:chgData name="Keerthi Sri Mandapati" userId="325a4f88151a569e" providerId="LiveId" clId="{B6E2FB6C-29D1-400C-AE00-1850C5BBAAE4}" dt="2026-09-17T07:14:57.901" v="245" actId="20577"/>
        <pc:sldMkLst>
          <pc:docMk/>
          <pc:sldMk cId="0" sldId="256"/>
        </pc:sldMkLst>
        <pc:spChg chg="mod">
          <ac:chgData name="Keerthi Sri Mandapati" userId="325a4f88151a569e" providerId="LiveId" clId="{B6E2FB6C-29D1-400C-AE00-1850C5BBAAE4}" dt="2026-09-17T07:12:34.180" v="158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Keerthi Sri Mandapati" userId="325a4f88151a569e" providerId="LiveId" clId="{B6E2FB6C-29D1-400C-AE00-1850C5BBAAE4}" dt="2026-09-17T07:14:57.901" v="24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Keerthi Sri Mandapati" userId="325a4f88151a569e" providerId="LiveId" clId="{B6E2FB6C-29D1-400C-AE00-1850C5BBAAE4}" dt="2026-09-17T07:48:34.848" v="451" actId="1076"/>
        <pc:sldMkLst>
          <pc:docMk/>
          <pc:sldMk cId="1672422596" sldId="264"/>
        </pc:sldMkLst>
        <pc:spChg chg="mod">
          <ac:chgData name="Keerthi Sri Mandapati" userId="325a4f88151a569e" providerId="LiveId" clId="{B6E2FB6C-29D1-400C-AE00-1850C5BBAAE4}" dt="2026-09-17T07:18:28.754" v="263" actId="1076"/>
          <ac:spMkLst>
            <pc:docMk/>
            <pc:sldMk cId="1672422596" sldId="264"/>
            <ac:spMk id="2" creationId="{00000000-0000-0000-0000-000000000000}"/>
          </ac:spMkLst>
        </pc:spChg>
        <pc:spChg chg="add del mod">
          <ac:chgData name="Keerthi Sri Mandapati" userId="325a4f88151a569e" providerId="LiveId" clId="{B6E2FB6C-29D1-400C-AE00-1850C5BBAAE4}" dt="2026-09-17T07:18:36.505" v="267"/>
          <ac:spMkLst>
            <pc:docMk/>
            <pc:sldMk cId="1672422596" sldId="264"/>
            <ac:spMk id="5" creationId="{8065295D-0AED-B5DC-291A-C60043109512}"/>
          </ac:spMkLst>
        </pc:spChg>
        <pc:spChg chg="add">
          <ac:chgData name="Keerthi Sri Mandapati" userId="325a4f88151a569e" providerId="LiveId" clId="{B6E2FB6C-29D1-400C-AE00-1850C5BBAAE4}" dt="2026-09-17T07:17:25.160" v="250"/>
          <ac:spMkLst>
            <pc:docMk/>
            <pc:sldMk cId="1672422596" sldId="264"/>
            <ac:spMk id="6" creationId="{1F90A6D6-FE7A-3BAC-099B-35F1C37A09E3}"/>
          </ac:spMkLst>
        </pc:spChg>
        <pc:spChg chg="add mod">
          <ac:chgData name="Keerthi Sri Mandapati" userId="325a4f88151a569e" providerId="LiveId" clId="{B6E2FB6C-29D1-400C-AE00-1850C5BBAAE4}" dt="2026-09-17T07:48:34.848" v="451" actId="1076"/>
          <ac:spMkLst>
            <pc:docMk/>
            <pc:sldMk cId="1672422596" sldId="264"/>
            <ac:spMk id="7" creationId="{37FCEADE-CC29-3E3D-6546-CA8F69FCF1CE}"/>
          </ac:spMkLst>
        </pc:spChg>
        <pc:spChg chg="add del mod">
          <ac:chgData name="Keerthi Sri Mandapati" userId="325a4f88151a569e" providerId="LiveId" clId="{B6E2FB6C-29D1-400C-AE00-1850C5BBAAE4}" dt="2026-09-17T07:44:36.016" v="282"/>
          <ac:spMkLst>
            <pc:docMk/>
            <pc:sldMk cId="1672422596" sldId="264"/>
            <ac:spMk id="8" creationId="{7846CC11-FF1F-DA48-1193-17921EDC3F2C}"/>
          </ac:spMkLst>
        </pc:spChg>
        <pc:spChg chg="add del">
          <ac:chgData name="Keerthi Sri Mandapati" userId="325a4f88151a569e" providerId="LiveId" clId="{B6E2FB6C-29D1-400C-AE00-1850C5BBAAE4}" dt="2026-09-17T07:44:47.934" v="284" actId="478"/>
          <ac:spMkLst>
            <pc:docMk/>
            <pc:sldMk cId="1672422596" sldId="264"/>
            <ac:spMk id="9" creationId="{2B78D67D-FA0F-D7A9-8AB5-445B5F3E8B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626165"/>
            <a:ext cx="9144000" cy="2335696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Automated Student Lab Allocation Using Maximum Bipartite Graph Matching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120887"/>
            <a:ext cx="4551284" cy="178865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M. Keerthi Sri – 2520030079</a:t>
            </a:r>
          </a:p>
          <a:p>
            <a:r>
              <a:rPr lang="en-US" dirty="0">
                <a:solidFill>
                  <a:srgbClr val="0070C0"/>
                </a:solidFill>
              </a:rPr>
              <a:t>N. Greeshma – 2520030080</a:t>
            </a:r>
          </a:p>
          <a:p>
            <a:r>
              <a:rPr lang="en-US" dirty="0">
                <a:solidFill>
                  <a:srgbClr val="0070C0"/>
                </a:solidFill>
              </a:rPr>
              <a:t>K. Swathi Sree - 2520030410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S. Madhavi</a:t>
            </a:r>
            <a:b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</a:br>
            <a:r>
              <a:rPr lang="en-US" sz="1800" b="1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Assisstant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Professor, CSE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7FCEADE-CC29-3E3D-6546-CA8F69FCF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032" y="1028343"/>
            <a:ext cx="558578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allocation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cause inefficient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assignments and resource underutilization.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and laboratories are represented using a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bipartite graph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Edges represent student preferences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laboratories.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Bipartite Matching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maximize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successful student–lab assignments.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generates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allocation reports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matching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algorithms in academic scheduling 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resource allocation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Laboratory allocation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 challenge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involving student preferences and limited lab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capacity. 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189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Automated Student Lab Allocation Using Maximum Bipartite Graph Matching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Keerthi Sri Mandapati</cp:lastModifiedBy>
  <cp:revision>19</cp:revision>
  <dcterms:created xsi:type="dcterms:W3CDTF">2024-08-29T05:25:00Z</dcterms:created>
  <dcterms:modified xsi:type="dcterms:W3CDTF">2026-09-17T07:48:46Z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